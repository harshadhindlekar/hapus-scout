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85750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173F2E"/>
                </a:solidFill>
                <a:latin typeface="Arial"/>
              </a:defRPr>
            </a:pPr>
            <a:r>
              <a:t>Hapus Scout™ Enterprise — 1-Page Executive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09600"/>
            <a:ext cx="1104900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435749"/>
                </a:solidFill>
                <a:latin typeface="Arial"/>
              </a:defRPr>
            </a:pPr>
            <a:r>
              <a:t>Multimodal Vision AI Orchard Inspection &amp; Agronomic Evidence Triage Platform for Alphonso Mangoes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52500"/>
            <a:ext cx="523875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73F2E"/>
                </a:solidFill>
                <a:latin typeface="Arial"/>
              </a:defRPr>
            </a:pPr>
            <a:r>
              <a:t>1. Delayed Disease Triage &amp; Crop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143000"/>
            <a:ext cx="5238750" cy="809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Problem: Alphonso mangoes suffer 35-40% annual crop loss from unmonitored pest outbreaks.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Solution: Sub-6.5s vision AI triage converts worker photos into actionable agronomic briefs.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ROI &amp; Scale: Replaces ₹1,500/visit fees; enables 1 agronomist to oversee 500+ orchard blocks.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952500"/>
            <a:ext cx="523875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73F2E"/>
                </a:solidFill>
                <a:latin typeface="Arial"/>
              </a:defRPr>
            </a:pPr>
            <a:r>
              <a:t>2. Field Worker Language Barrier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1143000"/>
            <a:ext cx="5238750" cy="809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Problem: Over 85% of Konkan orchard workers are native Marathi or Hindi speakers.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Solution: Multilingual UI (EN, MR, HI) dynamically aligns local terms (Karpa) to AI tensors.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ROI &amp; Scale: Zero worker training costs; seamless adoption across regional labor pools.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90750"/>
            <a:ext cx="523875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73F2E"/>
                </a:solidFill>
                <a:latin typeface="Arial"/>
              </a:defRPr>
            </a:pPr>
            <a:r>
              <a:t>3. Over-Spraying &amp; Export Rejections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381250"/>
            <a:ext cx="5238750" cy="809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Problem: Farmers spend ₹15k-40k/acre on panic chemical spraying, causing export rejections.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Solution: Grounded ICAR rules isolate physical observations from unconfirmed hypotheses.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ROI &amp; Scale: Cuts pesticide spending by 40-60%; protects EU/US premium export compliance.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2190750"/>
            <a:ext cx="523875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73F2E"/>
                </a:solidFill>
                <a:latin typeface="Arial"/>
              </a:defRPr>
            </a:pPr>
            <a:r>
              <a:t>4. Fragmented Logs &amp; Lack of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2381250"/>
            <a:ext cx="5238750" cy="809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Problem: Informal WhatsApp/paper notes leave farm managers with zero auditable evidence logs.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Solution: Centralized CaseStore with timestamped audit trails &amp; 1-click agronomist reviews.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ROI &amp; Scale: Multi-tenant JSON database scales from 2-acre family farms to 1,000+ acre estates.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429000"/>
            <a:ext cx="11049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73F2E"/>
                </a:solidFill>
                <a:latin typeface="Arial"/>
              </a:defRPr>
            </a:pPr>
            <a:r>
              <a:t>STRATEGIC EXECUTION &amp; ROI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619500"/>
            <a:ext cx="1104900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COSTING: 92% Total Cost of Ownership reduction using open 4-bit NF4 vision engine vs. commercial vision APIs.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PERFORMANCE: Sub-6.5s triage response time processing 1,024 vision patches at ~118ms/tok latency on T4 GPU.</a:t>
            </a:r>
          </a:p>
          <a:p>
            <a:pPr>
              <a:spcAft>
                <a:spcPts val="200"/>
              </a:spcAft>
              <a:defRPr sz="950" b="0">
                <a:solidFill>
                  <a:srgbClr val="273D30"/>
                </a:solidFill>
                <a:latin typeface="Arial"/>
              </a:defRPr>
            </a:pPr>
            <a:r>
              <a:t>• SCALABILITY: Multi-tenant JSON storage architecture supporting regional multilingual scale across Konkan.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619625"/>
            <a:ext cx="110490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6D6345"/>
                </a:solidFill>
                <a:latin typeface="Arial"/>
              </a:defRPr>
            </a:pPr>
            <a:r>
              <a:t>AGRONOMIC GUARDRAIL &amp; REPOSITORY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91075"/>
            <a:ext cx="110490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6D6345"/>
                </a:solidFill>
                <a:latin typeface="Arial"/>
              </a:defRPr>
            </a:pPr>
            <a:r>
              <a:t>• Agronomic Guardrail Notice: AI analysis supports triage evidence isolation. Certified agronomist verification mandatory before chemical application.</a:t>
            </a:r>
          </a:p>
          <a:p>
            <a:pPr>
              <a:spcAft>
                <a:spcPts val="200"/>
              </a:spcAft>
              <a:defRPr sz="850" b="0">
                <a:solidFill>
                  <a:srgbClr val="6D6345"/>
                </a:solidFill>
                <a:latin typeface="Arial"/>
              </a:defRPr>
            </a:pPr>
            <a:r>
              <a:t>• Live Repository: https://github.com/HarshadHindlekar/Hapus-Scout.git  |  Vertical AI Track — Day-1 Builders Pitch Fest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