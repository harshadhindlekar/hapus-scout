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d75d7ebd4434501" /><Relationship Type="http://schemas.openxmlformats.org/officeDocument/2006/relationships/extended-properties" Target="/docProps/app.xml" Id="Rcbcfe3198d404402" /><Relationship Type="http://schemas.openxmlformats.org/officeDocument/2006/relationships/officeDocument" Target="/ppt/presentation.xml" Id="Rdde061487d274e5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459534b85e45b0"/>
  </p:sldMasterIdLst>
  <p:notesMasterIdLst>
    <p:notesMasterId xmlns:r="http://schemas.openxmlformats.org/officeDocument/2006/relationships" r:id="Rdf796ea79a15411a"/>
  </p:notesMasterIdLst>
  <p:sldIdLst>
    <p:sldId xmlns:r="http://schemas.openxmlformats.org/officeDocument/2006/relationships" id="256" r:id="Rdd45083b4667455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85d4a0388cc45c3" /><Relationship Type="http://schemas.openxmlformats.org/officeDocument/2006/relationships/slideMaster" Target="/ppt/slideMasters/slideMaster1.xml" Id="R7e459534b85e45b0" /><Relationship Type="http://schemas.openxmlformats.org/officeDocument/2006/relationships/notesMaster" Target="/ppt/notesMasters/notesMaster1.xml" Id="Rdf796ea79a15411a" /><Relationship Type="http://schemas.openxmlformats.org/officeDocument/2006/relationships/presProps" Target="/ppt/presProps.xml" Id="Rc8e7d593e20d412d" /><Relationship Type="http://schemas.openxmlformats.org/officeDocument/2006/relationships/tableStyles" Target="/ppt/tableStyles.xml" Id="R8de93d5ad4ec42da" /><Relationship Type="http://schemas.openxmlformats.org/officeDocument/2006/relationships/slide" Target="/ppt/slides/slide1.xml" Id="Rdd45083b4667455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64b733b6f664a5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e065d38681c490f" /><Relationship Type="http://schemas.openxmlformats.org/officeDocument/2006/relationships/notesMaster" Target="/ppt/notesMasters/notesMaster1.xml" Id="Rec085acd935448c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Problem is a founder hypothesis; no interviews or measured ROI claimed. Existing open model weights reused; Scout app newly authored. Sources: https://huggingface.co/Qwen/Qwen3-VL-4B-Instruct ; https://www.gradio.app/guides/quickstart ; https://nhb.gov.in/report_files/mango/mango.htm . Live model acceptance is pending; update only after actual verification. Seven-minute demonstration script: docs/demo-script.md.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0e13334b3f47f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9aa94f2d33c49c8" /><Relationship Type="http://schemas.openxmlformats.org/officeDocument/2006/relationships/slideLayout" Target="/ppt/slideLayouts/slideLayout1.xml" Id="R7ac0aad418d143a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ac0aad418d143a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337d3b9db349de" /><Relationship Type="http://schemas.openxmlformats.org/officeDocument/2006/relationships/notesSlide" Target="/ppt/notesSlides/notesSlide1.xml" Id="R70b7b7c99cef4f0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CA9309-F5E1-4F04-BC0F-AEFCCE247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5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73F2E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73F2E"/>
                </a:solidFill>
                <a:latin typeface="Arial"/>
                <a:ea typeface="Arial"/>
                <a:cs typeface="Arial"/>
              </a:rPr>
              <a:t>Hapus Scout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65720F-2B6A-42BA-807F-7017D58E5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9675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43574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35749"/>
                </a:solidFill>
                <a:latin typeface="Arial"/>
                <a:ea typeface="Arial"/>
                <a:cs typeface="Arial"/>
              </a:rPr>
              <a:t>Orchard inspection support for Alphonso mango teams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2C8AEF-0047-4425-8A42-35198DC75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85975"/>
            <a:ext cx="4810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73F2E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F2E"/>
                </a:solidFill>
                <a:latin typeface="Arial"/>
                <a:ea typeface="Arial"/>
                <a:cs typeface="Arial"/>
              </a:rPr>
              <a:t>The problem we are testing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A02807-1990-4F14-BC29-60F01938B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62225"/>
            <a:ext cx="4810125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73D3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73D30"/>
                </a:solidFill>
                <a:latin typeface="Arial"/>
                <a:ea typeface="Arial"/>
                <a:cs typeface="Arial"/>
              </a:rPr>
              <a:t>Workers need a consistent way to report suspicious leaf or fruit symptoms. Managers need enough evidence to decide what to inspect.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327A99-E241-4BDE-8769-4C2057FC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85975"/>
            <a:ext cx="528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73F2E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F2E"/>
                </a:solidFill>
                <a:latin typeface="Arial"/>
                <a:ea typeface="Arial"/>
                <a:cs typeface="Arial"/>
              </a:rPr>
              <a:t>The working journey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B6AE32-E0BC-4384-BC28-52C888F9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62225"/>
            <a:ext cx="52863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73D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73D30"/>
                </a:solidFill>
                <a:latin typeface="Arial"/>
                <a:ea typeface="Arial"/>
                <a:cs typeface="Arial"/>
              </a:rPr>
              <a:t>1. Capture a photo and worker note</a:t>
            </a:r>
          </a:p>
          <a:p xmlns:a="http://schemas.openxmlformats.org/drawingml/2006/main">
            <a:pPr>
              <a:defRPr sz="2025" b="0">
                <a:solidFill>
                  <a:srgbClr val="273D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73D30"/>
                </a:solidFill>
                <a:latin typeface="Arial"/>
                <a:ea typeface="Arial"/>
                <a:cs typeface="Arial"/>
              </a:rPr>
              <a:t>2. AI observes and asks questions</a:t>
            </a:r>
          </a:p>
          <a:p xmlns:a="http://schemas.openxmlformats.org/drawingml/2006/main">
            <a:pPr>
              <a:defRPr sz="2025" b="0">
                <a:solidFill>
                  <a:srgbClr val="273D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73D30"/>
                </a:solidFill>
                <a:latin typeface="Arial"/>
                <a:ea typeface="Arial"/>
                <a:cs typeface="Arial"/>
              </a:rPr>
              <a:t>3. Manager reviews the inspection brief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FAC5FD-A807-4990-9051-C060D982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5292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3F2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F2E"/>
                </a:solidFill>
                <a:latin typeface="Arial"/>
                <a:ea typeface="Arial"/>
                <a:cs typeface="Arial"/>
              </a:rPr>
              <a:t>Qwen3-VL + Gradio in one Colab runtime</a:t>
            </a:r>
          </a:p>
          <a:p xmlns:a="http://schemas.openxmlformats.org/drawingml/2006/main">
            <a:pPr>
              <a:defRPr sz="1875" b="0">
                <a:solidFill>
                  <a:srgbClr val="173F2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F2E"/>
                </a:solidFill>
                <a:latin typeface="Arial"/>
                <a:ea typeface="Arial"/>
                <a:cs typeface="Arial"/>
              </a:rPr>
              <a:t>Existing model weights and saved cases in Google Drive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855FBF-D164-44D1-851E-AE3DAD57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95900"/>
            <a:ext cx="10858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3574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35749"/>
                </a:solidFill>
                <a:latin typeface="Arial"/>
                <a:ea typeface="Arial"/>
                <a:cs typeface="Arial"/>
              </a:rPr>
              <a:t>Next: agronomist evaluation, Marathi / voice usability, team permissions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B20388-6E83-448F-A5C1-4E6E4F248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579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D634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D6345"/>
                </a:solidFill>
                <a:latin typeface="Arial"/>
                <a:ea typeface="Arial"/>
                <a:cs typeface="Arial"/>
              </a:rPr>
              <a:t>Problem hypothesis; impact unmeasured. Inspection support, not confirmed diagnosis.</a:t>
            </a:r>
          </a:p>
          <a:p xmlns:a="http://schemas.openxmlformats.org/drawingml/2006/main">
            <a:pPr>
              <a:defRPr sz="1425" b="0">
                <a:solidFill>
                  <a:srgbClr val="6D634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D6345"/>
                </a:solidFill>
                <a:latin typeface="Arial"/>
                <a:ea typeface="Arial"/>
                <a:cs typeface="Arial"/>
              </a:rPr>
              <a:t>Assumes internet and an active GPU session. Live model acceptance pending.</a:t>
            </a:r>
          </a:p>
        </p:txBody>
      </p:sp>
    </p:spTree>
    <p:extLst>
      <p:ext uri="{BB962C8B-B14F-4D97-AF65-F5344CB8AC3E}">
        <p14:creationId xmlns:p14="http://schemas.microsoft.com/office/powerpoint/2010/main" val="11029664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2026-09-26T05:54:49.7990000Z</dcterms:created>
  <dcterms:modified xsi:type="dcterms:W3CDTF">2026-09-26T05:54:49.7990000Z</dcterms:modified>
</coreProperties>
</file>