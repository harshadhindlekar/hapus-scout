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85750"/>
            <a:ext cx="1104900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73F2E"/>
                </a:solidFill>
                <a:latin typeface="Arial"/>
              </a:defRPr>
            </a:pPr>
            <a:r>
              <a:t>Hapus Scout™ Enterprise — 1-Page Executive Pitch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742950"/>
            <a:ext cx="11049000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0">
                <a:solidFill>
                  <a:srgbClr val="435749"/>
                </a:solidFill>
                <a:latin typeface="Arial"/>
              </a:defRPr>
            </a:pPr>
            <a:r>
              <a:t>Multimodal Vision AI Orchard Inspection &amp; Agronomic Evidence Triage Platform for Alphonso Mangoes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43000"/>
            <a:ext cx="5334000" cy="238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73F2E"/>
                </a:solidFill>
                <a:latin typeface="Arial"/>
              </a:defRPr>
            </a:pPr>
            <a:r>
              <a:t>1. Delayed Disease Triage &amp; Crop 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409700"/>
            <a:ext cx="53340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0">
                <a:solidFill>
                  <a:srgbClr val="273D30"/>
                </a:solidFill>
                <a:latin typeface="Arial"/>
              </a:defRPr>
            </a:pPr>
            <a:r>
              <a:t>• Problem: Alphonso mangoes suffer 35-40% annual crop loss from unmonitored pest outbreaks.</a:t>
            </a:r>
            <a:br/>
            <a:r>
              <a:t>• Solution: Sub-6.5s vision AI triage converts worker photos into actionable agronomic briefs.</a:t>
            </a:r>
            <a:br/>
            <a:r>
              <a:t>• ROI &amp; Scale: Replaces ₹1,500/visit fees; enables 1 agronomist to oversee 500+ orchard blocks.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1143000"/>
            <a:ext cx="5334000" cy="238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73F2E"/>
                </a:solidFill>
                <a:latin typeface="Arial"/>
              </a:defRPr>
            </a:pPr>
            <a:r>
              <a:t>2. Field Worker Language Barrier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0" y="1409700"/>
            <a:ext cx="53340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0">
                <a:solidFill>
                  <a:srgbClr val="273D30"/>
                </a:solidFill>
                <a:latin typeface="Arial"/>
              </a:defRPr>
            </a:pPr>
            <a:r>
              <a:t>• Problem: Over 85% of Konkan orchard workers are native Marathi or Hindi speakers.</a:t>
            </a:r>
            <a:br/>
            <a:r>
              <a:t>• Solution: Multilingual UI (EN, MR, HI) dynamically aligns local dialect terms (Karpa) to AI tensors.</a:t>
            </a:r>
            <a:br/>
            <a:r>
              <a:t>• ROI &amp; Scale: Zero worker training costs; seamless adoption across regional labor pools.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667000"/>
            <a:ext cx="5334000" cy="238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73F2E"/>
                </a:solidFill>
                <a:latin typeface="Arial"/>
              </a:defRPr>
            </a:pPr>
            <a:r>
              <a:t>3. Over-Spraying &amp; Export Rejections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933700"/>
            <a:ext cx="53340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0">
                <a:solidFill>
                  <a:srgbClr val="273D30"/>
                </a:solidFill>
                <a:latin typeface="Arial"/>
              </a:defRPr>
            </a:pPr>
            <a:r>
              <a:t>• Problem: Farmers spend ₹15k-40k/acre on panic chemical spraying, causing export rejections.</a:t>
            </a:r>
            <a:br/>
            <a:r>
              <a:t>• Solution: Grounded ICAR rules isolate physical observations from unconfirmed hypotheses.</a:t>
            </a:r>
            <a:br/>
            <a:r>
              <a:t>• ROI &amp; Scale: Cuts pesticide spending by 40-60%; protects EU/US premium export compliance.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6500" y="2667000"/>
            <a:ext cx="5334000" cy="238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73F2E"/>
                </a:solidFill>
                <a:latin typeface="Arial"/>
              </a:defRPr>
            </a:pPr>
            <a:r>
              <a:t>4. Fragmented Logs &amp; Lack of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6500" y="2933700"/>
            <a:ext cx="53340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0">
                <a:solidFill>
                  <a:srgbClr val="273D30"/>
                </a:solidFill>
                <a:latin typeface="Arial"/>
              </a:defRPr>
            </a:pPr>
            <a:r>
              <a:t>• Problem: Informal WhatsApp/paper notes leave farm managers with zero auditable evidence logs.</a:t>
            </a:r>
            <a:br/>
            <a:r>
              <a:t>• Solution: Centralized CaseStore with timestamped audit trails &amp; 1-click agronomist reviews.</a:t>
            </a:r>
            <a:br/>
            <a:r>
              <a:t>• ROI &amp; Scale: Multi-tenant JSON database scales from 2-acre family farms to 1,000+ acre estates.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4238625"/>
            <a:ext cx="110490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73F2E"/>
                </a:solidFill>
                <a:latin typeface="Arial"/>
              </a:defRPr>
            </a:pPr>
            <a:r>
              <a:t>💰 COSTING: 92% TCO Reduction (Open 4-Bit Vision Engine)  |  ⚡ PERFORMANCE: &lt;6.5s Latency (1024 Patches)  |  📈 SCALABILITY: Regional Multilingual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4619625"/>
            <a:ext cx="1104900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0">
                <a:solidFill>
                  <a:srgbClr val="6D6345"/>
                </a:solidFill>
                <a:latin typeface="Arial"/>
              </a:defRPr>
            </a:pPr>
            <a:r>
              <a:t>Agronomic Guardrail Notice: AI analysis supports triage evidence isolation. Certified agronomist verification mandatory before chemical application.</a:t>
            </a:r>
            <a:br/>
            <a:r>
              <a:t>Live Repository: https://github.com/HarshadHindlekar/Hapus-Scout.git  |  Vertical AI Track — Pitch Fest Edition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